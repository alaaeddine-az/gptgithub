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102E"/>
                </a:solidFill>
              </a:defRPr>
            </a:pPr>
            <a:r>
              <a:t>🔴 SLIDE 1 — ACCULTURATION IA (ENTITÉS MÉTIER)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t>Acculturer les métiers pour transformer l'IA en levier opérationnel et décisionnel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Une approche structurée par entité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Ateliers dédiés par domaine (CX, opérations, maintenance, corporate…)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Contenus adaptés aux enjeux spécifiques (cas d'usage RAM)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Alternance vision → cas concrets → mise en 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Un format engageant et orienté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Ateliers interactifs (quizz live, sondages, cas pratiques)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Simulations réelles (prompting, analyse de cas métiers)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Gamification (score individuel / équipe, challenges inter-entités)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Désignation d'AI Champions par entité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102E"/>
                </a:solidFill>
              </a:defRPr>
            </a:pPr>
            <a:r>
              <a:t>👉 Message clé : Passer d'une compréhension théorique de l'IA à une appropriation concrète par les métiers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102E"/>
                </a:solidFill>
              </a:defRPr>
            </a:pPr>
            <a:r>
              <a:t>🔴 SLIDE 2 — FORMATION OUTILS (DATA &amp; 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t>Former chaque profil aux bons outils pour industrialiser l'usage de la data et de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Parcours de formation différenciés par 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Consommateurs (Power BI, dashboards)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Power users (analystes, citizen data)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Experts (data scientists, ML/GenAI engineers)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Trois niveaux de maturité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Niveau 1 – Usage : Lire, interpréter, interagir avec les outils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Niveau 2 – Autonomie : Construire analyses, dashboards, prompts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Niveau 3 – Industrialisation : Développer modèles, pipelines, agents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Modules clés (exemples)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Data &amp; BI : Power BI, data visualisation, storytelling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Data science : Python, ML, feature engineering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GenAI : prompting, RAG, agents, use cases métier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MLOps / LLMOps : déploiement, monitoring, gouvernance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102E"/>
                </a:solidFill>
              </a:defRPr>
            </a:pPr>
            <a:r>
              <a:t>👉 Message clé : Créer une chaîne de valeur complète, du consommateur de data au producteur de solutions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8102E"/>
                </a:solidFill>
              </a:defRPr>
            </a:pPr>
            <a:r>
              <a:t>🔴 SLIDE 3 — COMMUNITY OF PRACTICE (CoP)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t>Structurer une communauté interne pour pérenniser l'adoption et accélérer la diffusion de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Une organisation en 3 niveaux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Core team (AI CoE) : Gouvernance, standards, animation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Champions métiers : Relais dans chaque entité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Communauté élargie : Tous les utilisateurs data &amp;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Un rôle clé : diffuser, capitaliser, industrialiser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Partage des bonnes pratiques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Mutualisation des assets (modèles, prompts, use cases)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Accélération de la réutilisation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Support aux équipes projets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02E"/>
                </a:solidFill>
              </a:defRPr>
            </a:pPr>
            <a:r>
              <a:t>Des rituels structurants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Use case showcases (retours d'expérience)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Tech deep dives (ML, GenAI, MLOps)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Sessions Q&amp;A avec experts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t>Ateliers inter-entités (cross-fertilisation)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8102E"/>
                </a:solidFill>
              </a:defRPr>
            </a:pPr>
            <a:r>
              <a:t>👉 Message clé : Transformer l'IA en compétence organisationnelle durable, au-delà des projets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